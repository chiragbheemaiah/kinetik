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060"/>
                </a:solidFill>
              </a:defRPr>
            </a:pPr>
            <a:r>
              <a:t>United States Postal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FY 2024 | Currency: USD (Billions)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USPS (single business, no reportable segments)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Risk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Security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60720" y="914400"/>
          <a:ext cx="31089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548640"/>
                <a:gridCol w="5486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Unit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Business 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 (Billions)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YoY Change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USPS (single business, no reportable segments)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First-Class 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25.41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USPS (single business, no reportable segments)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Marketing Mail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15.37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USPS (single business, no reportable segments)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Shipping and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USPS (single business, no reportable segments)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International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USPS (single business, no reportable segments)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Periodicals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USPS (single business, no reportable segments)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4.13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