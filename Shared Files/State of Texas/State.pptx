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2060"/>
                </a:solidFill>
              </a:defRPr>
            </a:pPr>
            <a:r>
              <a:t>State of Texas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FY 2024 | Currency: USD (Billions)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General Fund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612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State Highway Fund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5544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15544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9456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Permanent School Fund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21945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1945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83464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Nonmajor Governmental Funds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06040" y="28346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28346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47472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Colleges and Universities (Enterprise Fund)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06040" y="347472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347472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11480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Unemployment Trust Fund (Enterprise Fund)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41148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06040" y="41148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46120" y="41148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86200" y="41148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26280" y="41148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75488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Lottery Fund (Enterprise Fund)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5960" y="47548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06040" y="47548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46120" y="47548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86200" y="47548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26280" y="47548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39496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Water Development Board Funds (Enterprise Fund)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53949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06040" y="53949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46120" y="53949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86200" y="53949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26280" y="53949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603504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Nonmajor Enterprise Funds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65960" y="60350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06040" y="60350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46120" y="60350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86200" y="60350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26280" y="60350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65960" y="66751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06040" y="66751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Risk &amp; Compliance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6120" y="66751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Compliance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86200" y="66751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Orchestration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6280" y="66751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Security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5760720" y="914400"/>
          <a:ext cx="310896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548640"/>
                <a:gridCol w="548640"/>
              </a:tblGrid>
              <a:tr h="8348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Operating Unit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Business 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 (Billions)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YoY Change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General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70.37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General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Federal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63.08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General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Licenses, Fees and Permits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General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Sales of Goods and 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8.21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General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Other Investment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General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Land Income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General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Settlement of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General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11.74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State Highway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State Highway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Federal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State Highway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Licenses, Fees and Permits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State Highway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Sales of Goods and 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State Highway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Other Investment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State Highway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Land Income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State Highway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Settlement of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State Highway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Permanent School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Permanent School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Federal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Permanent School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Licenses, Fees and Permits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Permanent School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Sales of Goods and 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Permanent School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Other Investment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-0.84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Permanent School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Land Income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Permanent School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Settlement of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Permanent School Fund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Governmental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Governmental Funds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Federal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Governmental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Licenses, Fees and Permits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Governmental Funds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Sales of Goods and 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Governmental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Other Investment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Governmental Funds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Land Income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Governmental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Settlement of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Governmental Funds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5.31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Hospital Revenue — Pledged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27.72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Discounts and Allowances (Hospital)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-16.87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Tuition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Tuition Revenue — Pledged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8.40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Discounts and Allowances (Tuition)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-2.60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Professional Fees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10.90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Discounts and Allowances (Professional Fees)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-7.82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Auxiliary Enterprises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Auxiliary Enterprises — Pledged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Discounts and Allowances (Auxiliary)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-0.15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Sales of Goods and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Sales of Goods and Services — Pledged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Discounts and Allowances (Other Sales)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Investment Income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Investment Income — Pledged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Federal Revenue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3.75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State Grant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Operating Grant Revenue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Operating Grant Revenue — Pledged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Colleges and Universities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 — Pledged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Unemployment Trust Fund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Unemployment Taxes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1.93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Unemployment Trust Fund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Lottery Fund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Lottery Collections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8.39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Lottery Fund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Water Development Board Funds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Investment Income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Water Development Board Funds (Enterprise Fund)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Investment Income — Pledged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Water Development Board Funds (Enterprise Fund)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Enterprise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Professional Fees — Pledged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Enterprise Funds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Auxiliary Enterprises — Pledged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Enterprise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Sales of Goods and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Enterprise Funds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Sales of Goods and Services — Pledged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Enterprise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Discounts and Allowances (Sales/Other)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Enterprise Funds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Interest and Investment Income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488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Enterprise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Federal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3536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Nonmajor Enterprise Funds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 Revenues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