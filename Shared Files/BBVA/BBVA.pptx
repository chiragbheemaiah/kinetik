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060"/>
                </a:solidFill>
              </a:defRPr>
            </a:pPr>
            <a:r>
              <a:t>Banco Bilbao Vizcaya Argentaria, S.A. (BBVA)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FY 2024 | Currency: EUR (Billions)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Spain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Mexico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9456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Turkey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83464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South America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47472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Rest of Business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347472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347472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41148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1148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Risk &amp;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1148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1148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Orchestration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1148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Security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760720" y="914400"/>
          <a:ext cx="31089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548640"/>
                <a:gridCol w="548640"/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Unit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Business 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 (Billions)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YoY Change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Mexico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15.34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Turkey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South America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30.3%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Rest of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29.7%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