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2060"/>
                </a:solidFill>
              </a:defRPr>
            </a:pPr>
            <a:r>
              <a:t>Telefónica, S.A.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6464"/>
                </a:solidFill>
              </a:defRPr>
            </a:pPr>
            <a:r>
              <a:t>FY 2024 | Currency: EUR (Billions)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Telefónica Spain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06040" y="9144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4612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86200" y="91440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91440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Telefónica Germany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5544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155448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5544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155448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55448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9456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Telefónica Brazil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21945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219456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21945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219456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219456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834640"/>
            <a:ext cx="1097280" cy="64008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defRPr sz="800" b="1"/>
            </a:pPr>
            <a:r>
              <a:t>Telefónica Hispam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28346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06040" y="283464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28346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86200" y="2834640"/>
            <a:ext cx="6400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2834640"/>
            <a:ext cx="640080" cy="640080"/>
          </a:xfrm>
          <a:prstGeom prst="rect">
            <a:avLst/>
          </a:prstGeom>
          <a:solidFill>
            <a:srgbClr val="C8C8C8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0" y="34747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34747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Risk &amp;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34747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4747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Orchestration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4747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/>
            </a:pPr>
            <a:r>
              <a:t>Security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760720" y="914400"/>
          <a:ext cx="310896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548640"/>
                <a:gridCol w="54864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Operating Unit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Business 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 (Billions)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YoY Change (%)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Telefónica Spain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Retailers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10.09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Telefónica Spain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Wholesalers, mobile handsets sales and others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2.70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Telefónica 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Telefónica Germany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7.60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Telefónica Brazil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Telefónica Brazil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6.85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Telefónica Hispam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2.98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Telefónica Hispam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/>
                      </a:pPr>
                      <a:r>
                        <a:t>6.06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